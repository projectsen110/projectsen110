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91"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2294318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1626913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4136384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A3EC70-8F79-4537-AD6A-AA82EA3E8BCC}"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391746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A3EC70-8F79-4537-AD6A-AA82EA3E8BCC}" type="datetimeFigureOut">
              <a:rPr lang="en-US" smtClean="0"/>
              <a:t>6/1/2025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392399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1033665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3111792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3451671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A3EC70-8F79-4537-AD6A-AA82EA3E8BCC}"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2036850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A3EC70-8F79-4537-AD6A-AA82EA3E8BCC}" type="datetimeFigureOut">
              <a:rPr lang="en-US" smtClean="0"/>
              <a:t>6/1/2025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1878936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1456030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5406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4092522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467521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3456378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2886191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A3EC70-8F79-4537-AD6A-AA82EA3E8BCC}" type="datetimeFigureOut">
              <a:rPr lang="en-US" smtClean="0"/>
              <a:t>6/1/2025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ADDB8A-9E83-4F28-AF32-8795CDF332E9}" type="slidenum">
              <a:rPr lang="en-US" smtClean="0"/>
              <a:t>‹#›</a:t>
            </a:fld>
            <a:endParaRPr lang="en-US"/>
          </a:p>
        </p:txBody>
      </p:sp>
    </p:spTree>
    <p:extLst>
      <p:ext uri="{BB962C8B-B14F-4D97-AF65-F5344CB8AC3E}">
        <p14:creationId xmlns:p14="http://schemas.microsoft.com/office/powerpoint/2010/main" val="707018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5A3EC70-8F79-4537-AD6A-AA82EA3E8BCC}" type="datetimeFigureOut">
              <a:rPr lang="en-US" smtClean="0"/>
              <a:t>6/1/2025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8ADDB8A-9E83-4F28-AF32-8795CDF332E9}" type="slidenum">
              <a:rPr lang="en-US" smtClean="0"/>
              <a:t>‹#›</a:t>
            </a:fld>
            <a:endParaRPr lang="en-US"/>
          </a:p>
        </p:txBody>
      </p:sp>
    </p:spTree>
    <p:extLst>
      <p:ext uri="{BB962C8B-B14F-4D97-AF65-F5344CB8AC3E}">
        <p14:creationId xmlns:p14="http://schemas.microsoft.com/office/powerpoint/2010/main" val="26385592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550754-79B2-4371-A106-B3069805DA97}"/>
              </a:ext>
            </a:extLst>
          </p:cNvPr>
          <p:cNvSpPr/>
          <p:nvPr/>
        </p:nvSpPr>
        <p:spPr>
          <a:xfrm>
            <a:off x="6624033" y="1826351"/>
            <a:ext cx="5687237" cy="4216539"/>
          </a:xfrm>
          <a:prstGeom prst="rect">
            <a:avLst/>
          </a:prstGeom>
        </p:spPr>
        <p:txBody>
          <a:bodyPr wrap="square">
            <a:spAutoFit/>
          </a:bodyPr>
          <a:lstStyle/>
          <a:p>
            <a:r>
              <a:rPr lang="en-US" sz="5400" b="1" dirty="0"/>
              <a:t>Topic: Blogging platform</a:t>
            </a:r>
          </a:p>
          <a:p>
            <a:pPr algn="just"/>
            <a:r>
              <a:rPr lang="en-US" sz="4000" b="1" dirty="0"/>
              <a:t>              by</a:t>
            </a:r>
          </a:p>
          <a:p>
            <a:pPr algn="just"/>
            <a:r>
              <a:rPr lang="en-US" sz="4000" b="1" dirty="0"/>
              <a:t>Mgbemena Chimsimdi</a:t>
            </a:r>
          </a:p>
          <a:p>
            <a:pPr algn="just"/>
            <a:r>
              <a:rPr lang="en-US" sz="4000" b="1" dirty="0"/>
              <a:t>VUG/SEN/24/11214</a:t>
            </a:r>
          </a:p>
        </p:txBody>
      </p:sp>
    </p:spTree>
    <p:extLst>
      <p:ext uri="{BB962C8B-B14F-4D97-AF65-F5344CB8AC3E}">
        <p14:creationId xmlns:p14="http://schemas.microsoft.com/office/powerpoint/2010/main" val="326843240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EDCF7-0C9F-4C4E-915A-8B04C6CAA931}"/>
              </a:ext>
            </a:extLst>
          </p:cNvPr>
          <p:cNvSpPr>
            <a:spLocks noGrp="1"/>
          </p:cNvSpPr>
          <p:nvPr>
            <p:ph type="title"/>
          </p:nvPr>
        </p:nvSpPr>
        <p:spPr/>
        <p:txBody>
          <a:bodyPr/>
          <a:lstStyle/>
          <a:p>
            <a:r>
              <a:rPr lang="en-US" dirty="0"/>
              <a:t>Project Review</a:t>
            </a:r>
          </a:p>
        </p:txBody>
      </p:sp>
      <p:sp>
        <p:nvSpPr>
          <p:cNvPr id="3" name="Content Placeholder 2">
            <a:extLst>
              <a:ext uri="{FF2B5EF4-FFF2-40B4-BE49-F238E27FC236}">
                <a16:creationId xmlns:a16="http://schemas.microsoft.com/office/drawing/2014/main" id="{64BF2726-08E7-4BCC-A0AD-6BD0D87D34DA}"/>
              </a:ext>
            </a:extLst>
          </p:cNvPr>
          <p:cNvSpPr>
            <a:spLocks noGrp="1"/>
          </p:cNvSpPr>
          <p:nvPr>
            <p:ph idx="1"/>
          </p:nvPr>
        </p:nvSpPr>
        <p:spPr/>
        <p:txBody>
          <a:bodyPr/>
          <a:lstStyle/>
          <a:p>
            <a:r>
              <a:rPr lang="en-US" dirty="0"/>
              <a:t>A blogging platform allows you to create, manage and publish blog content on the internet. It provides tools like</a:t>
            </a:r>
          </a:p>
          <a:p>
            <a:r>
              <a:rPr lang="en-US" dirty="0"/>
              <a:t>A friendly user interface for creating and managing blog posts.</a:t>
            </a:r>
          </a:p>
          <a:p>
            <a:r>
              <a:rPr lang="en-US" dirty="0"/>
              <a:t>Creating, editing and deleting blog posts.</a:t>
            </a:r>
          </a:p>
          <a:p>
            <a:r>
              <a:rPr lang="en-US" dirty="0"/>
              <a:t>Publish title and contents online.</a:t>
            </a:r>
          </a:p>
          <a:p>
            <a:endParaRPr lang="en-US" dirty="0"/>
          </a:p>
        </p:txBody>
      </p:sp>
    </p:spTree>
    <p:extLst>
      <p:ext uri="{BB962C8B-B14F-4D97-AF65-F5344CB8AC3E}">
        <p14:creationId xmlns:p14="http://schemas.microsoft.com/office/powerpoint/2010/main" val="255780711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2450-53D6-42B3-BA9B-5FA5DD0B2BF2}"/>
              </a:ext>
            </a:extLst>
          </p:cNvPr>
          <p:cNvSpPr>
            <a:spLocks noGrp="1"/>
          </p:cNvSpPr>
          <p:nvPr>
            <p:ph type="title"/>
          </p:nvPr>
        </p:nvSpPr>
        <p:spPr/>
        <p:txBody>
          <a:bodyPr/>
          <a:lstStyle/>
          <a:p>
            <a:r>
              <a:rPr lang="en-US" dirty="0"/>
              <a:t>React Hooks</a:t>
            </a:r>
          </a:p>
        </p:txBody>
      </p:sp>
      <p:sp>
        <p:nvSpPr>
          <p:cNvPr id="3" name="Content Placeholder 2">
            <a:extLst>
              <a:ext uri="{FF2B5EF4-FFF2-40B4-BE49-F238E27FC236}">
                <a16:creationId xmlns:a16="http://schemas.microsoft.com/office/drawing/2014/main" id="{FF22DD80-3A67-4143-ABD1-7252FC4958C4}"/>
              </a:ext>
            </a:extLst>
          </p:cNvPr>
          <p:cNvSpPr>
            <a:spLocks noGrp="1"/>
          </p:cNvSpPr>
          <p:nvPr>
            <p:ph idx="1"/>
          </p:nvPr>
        </p:nvSpPr>
        <p:spPr/>
        <p:txBody>
          <a:bodyPr/>
          <a:lstStyle/>
          <a:p>
            <a:pPr marL="0" indent="0">
              <a:buNone/>
            </a:pPr>
            <a:r>
              <a:rPr lang="en-US" dirty="0"/>
              <a:t>In the blogging platform we only made use of the useState React hook</a:t>
            </a:r>
          </a:p>
          <a:p>
            <a:pPr marL="0" indent="0">
              <a:buNone/>
            </a:pPr>
            <a:r>
              <a:rPr lang="en-US" dirty="0"/>
              <a:t>For managing the state of the post data like the post title, the post content and the blog posts. There are other react hooks like; useEffect, </a:t>
            </a:r>
          </a:p>
          <a:p>
            <a:pPr marL="0" indent="0">
              <a:buNone/>
            </a:pPr>
            <a:r>
              <a:rPr lang="en-US" dirty="0"/>
              <a:t>useContext, useMemo, etc. but only useState was used.</a:t>
            </a:r>
          </a:p>
        </p:txBody>
      </p:sp>
    </p:spTree>
    <p:extLst>
      <p:ext uri="{BB962C8B-B14F-4D97-AF65-F5344CB8AC3E}">
        <p14:creationId xmlns:p14="http://schemas.microsoft.com/office/powerpoint/2010/main" val="338554465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C4EA-0A9D-4A3C-BE34-E298CE49F203}"/>
              </a:ext>
            </a:extLst>
          </p:cNvPr>
          <p:cNvSpPr>
            <a:spLocks noGrp="1"/>
          </p:cNvSpPr>
          <p:nvPr>
            <p:ph type="title"/>
          </p:nvPr>
        </p:nvSpPr>
        <p:spPr/>
        <p:txBody>
          <a:bodyPr/>
          <a:lstStyle/>
          <a:p>
            <a:r>
              <a:rPr lang="en-US" dirty="0"/>
              <a:t>Code Snippets</a:t>
            </a:r>
          </a:p>
        </p:txBody>
      </p:sp>
      <p:sp>
        <p:nvSpPr>
          <p:cNvPr id="3" name="Content Placeholder 2">
            <a:extLst>
              <a:ext uri="{FF2B5EF4-FFF2-40B4-BE49-F238E27FC236}">
                <a16:creationId xmlns:a16="http://schemas.microsoft.com/office/drawing/2014/main" id="{CC877DDC-9D58-4C11-9BCA-0AD63B014FA5}"/>
              </a:ext>
            </a:extLst>
          </p:cNvPr>
          <p:cNvSpPr>
            <a:spLocks noGrp="1"/>
          </p:cNvSpPr>
          <p:nvPr>
            <p:ph idx="1"/>
          </p:nvPr>
        </p:nvSpPr>
        <p:spPr/>
        <p:txBody>
          <a:bodyPr/>
          <a:lstStyle/>
          <a:p>
            <a:r>
              <a:rPr lang="en-US" dirty="0"/>
              <a:t>Event handling:  The blogging platform uses event handlers like handleChange.</a:t>
            </a:r>
          </a:p>
          <a:p>
            <a:r>
              <a:rPr lang="en-US" dirty="0"/>
              <a:t>handleChange: A react function used to handle changes to form inputs, such as text inputs, checkboxes or text areas. It is used to update the state of the component when the user something in the input field or text area.</a:t>
            </a:r>
          </a:p>
          <a:p>
            <a:r>
              <a:rPr lang="en-US" dirty="0"/>
              <a:t>State Management: The useState is the react hook that stores and updates the state inside the components. </a:t>
            </a:r>
          </a:p>
        </p:txBody>
      </p:sp>
    </p:spTree>
    <p:extLst>
      <p:ext uri="{BB962C8B-B14F-4D97-AF65-F5344CB8AC3E}">
        <p14:creationId xmlns:p14="http://schemas.microsoft.com/office/powerpoint/2010/main" val="363114074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9786-27D7-41E4-9CBD-B3458F9CBE80}"/>
              </a:ext>
            </a:extLst>
          </p:cNvPr>
          <p:cNvSpPr>
            <a:spLocks noGrp="1"/>
          </p:cNvSpPr>
          <p:nvPr>
            <p:ph type="title"/>
          </p:nvPr>
        </p:nvSpPr>
        <p:spPr/>
        <p:txBody>
          <a:bodyPr/>
          <a:lstStyle/>
          <a:p>
            <a:r>
              <a:rPr lang="en-US" dirty="0"/>
              <a:t>Benefits of the blogging platform</a:t>
            </a:r>
          </a:p>
        </p:txBody>
      </p:sp>
      <p:sp>
        <p:nvSpPr>
          <p:cNvPr id="3" name="Content Placeholder 2">
            <a:extLst>
              <a:ext uri="{FF2B5EF4-FFF2-40B4-BE49-F238E27FC236}">
                <a16:creationId xmlns:a16="http://schemas.microsoft.com/office/drawing/2014/main" id="{D43BAF06-CE93-4808-8208-647F5F8CA33F}"/>
              </a:ext>
            </a:extLst>
          </p:cNvPr>
          <p:cNvSpPr>
            <a:spLocks noGrp="1"/>
          </p:cNvSpPr>
          <p:nvPr>
            <p:ph idx="1"/>
          </p:nvPr>
        </p:nvSpPr>
        <p:spPr/>
        <p:txBody>
          <a:bodyPr/>
          <a:lstStyle/>
          <a:p>
            <a:r>
              <a:rPr lang="en-US" b="1" dirty="0"/>
              <a:t>Easy to use</a:t>
            </a:r>
            <a:r>
              <a:rPr lang="en-US" dirty="0"/>
              <a:t>: The blogging platform provides a simple and intuitive interface for creating and displaying blog posts.</a:t>
            </a:r>
          </a:p>
          <a:p>
            <a:r>
              <a:rPr lang="en-US" b="1" dirty="0"/>
              <a:t>Fast and efficient</a:t>
            </a:r>
            <a:r>
              <a:rPr lang="en-US" dirty="0"/>
              <a:t>: The blogging platform uses Reacts virtual DOM to optimize rendering and improve performance.</a:t>
            </a:r>
          </a:p>
          <a:p>
            <a:r>
              <a:rPr lang="en-US" b="1" dirty="0"/>
              <a:t>Customizable</a:t>
            </a:r>
            <a:r>
              <a:rPr lang="en-US" dirty="0"/>
              <a:t>: The blogging platform can be extended and customized to meet specific needs.</a:t>
            </a:r>
          </a:p>
        </p:txBody>
      </p:sp>
    </p:spTree>
    <p:extLst>
      <p:ext uri="{BB962C8B-B14F-4D97-AF65-F5344CB8AC3E}">
        <p14:creationId xmlns:p14="http://schemas.microsoft.com/office/powerpoint/2010/main" val="310455907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B432-5C55-4DE2-B0AA-32C6D581095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62A259D-B71F-4AAA-BA50-04C08EB2F310}"/>
              </a:ext>
            </a:extLst>
          </p:cNvPr>
          <p:cNvSpPr>
            <a:spLocks noGrp="1"/>
          </p:cNvSpPr>
          <p:nvPr>
            <p:ph idx="1"/>
          </p:nvPr>
        </p:nvSpPr>
        <p:spPr/>
        <p:txBody>
          <a:bodyPr/>
          <a:lstStyle/>
          <a:p>
            <a:pPr marL="0" indent="0">
              <a:buNone/>
            </a:pPr>
            <a:r>
              <a:rPr lang="en-US" dirty="0"/>
              <a:t>The blogging platform is a simple application that allows users to create and display blog posts. It makes use of useState hook to manage state, enabling users to add new posts with titles and contents, which are displayed in form of a list. The blogging platform demonstrates a basic understanding of React concepts including state management and component structure. </a:t>
            </a:r>
          </a:p>
        </p:txBody>
      </p:sp>
    </p:spTree>
    <p:extLst>
      <p:ext uri="{BB962C8B-B14F-4D97-AF65-F5344CB8AC3E}">
        <p14:creationId xmlns:p14="http://schemas.microsoft.com/office/powerpoint/2010/main" val="364752201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130</TotalTime>
  <Words>319</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Ion</vt:lpstr>
      <vt:lpstr>PowerPoint Presentation</vt:lpstr>
      <vt:lpstr>Project Review</vt:lpstr>
      <vt:lpstr>React Hooks</vt:lpstr>
      <vt:lpstr>Code Snippets</vt:lpstr>
      <vt:lpstr>Benefits of the blogging platform</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12</cp:revision>
  <dcterms:created xsi:type="dcterms:W3CDTF">2025-06-01T18:17:42Z</dcterms:created>
  <dcterms:modified xsi:type="dcterms:W3CDTF">2025-06-01T20:28:03Z</dcterms:modified>
</cp:coreProperties>
</file>