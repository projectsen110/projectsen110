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Personal Finance Tracker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 simple React Application for Tracking Income and Expenses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Need for Personal Finance Tracking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Keeping track of income and expenses is essential for financial stability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 lot of people struggle to manage their finances effectively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 simple and intuitive tool can help individuals take control of their finances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Introducing the Personal Finance Tracker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 simple React application for tracking income and expenses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Allows users to add transactions and calculate balance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Displays current balance, income, expense, and list of transactions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Code Structure and Functionality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Uses React state variables to store data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Handles form submission and updates state variables accordingly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Displays current balance, income, expense, and list of transactions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Key Features of the Application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Allows users to add transactions (income or expense)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Calculates balance based on transactions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Displays current balance, income, expense, and list of transactions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Code Snippet: handleSubmit Function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r>
              <a:rPr lang="en-US"/>
              <a:t>const handleSubmit = (e) =&gt; {</a:t>
            </a:r>
            <a:endParaRPr lang="en-US"/>
          </a:p>
          <a:p>
            <a:r>
              <a:rPr lang="en-US"/>
              <a:t>  e.preventDefault();</a:t>
            </a:r>
            <a:endParaRPr lang="en-US"/>
          </a:p>
          <a:p>
            <a:r>
              <a:rPr lang="en-US"/>
              <a:t>  if (transactionType === ‘income’) {</a:t>
            </a:r>
            <a:endParaRPr lang="en-US"/>
          </a:p>
          <a:p>
            <a:r>
              <a:rPr lang="en-US"/>
              <a:t>    setBalance(balance + amount);</a:t>
            </a:r>
            <a:endParaRPr lang="en-US"/>
          </a:p>
          <a:p>
            <a:r>
              <a:rPr lang="en-US"/>
              <a:t>    setIncome(income + amount);</a:t>
            </a:r>
            <a:endParaRPr lang="en-US"/>
          </a:p>
          <a:p>
            <a:r>
              <a:rPr lang="en-US"/>
              <a:t>  } else {</a:t>
            </a:r>
            <a:endParaRPr lang="en-US"/>
          </a:p>
          <a:p>
            <a:r>
              <a:rPr lang="en-US"/>
              <a:t>    setBalance(balance – amount);</a:t>
            </a:r>
            <a:endParaRPr lang="en-US"/>
          </a:p>
          <a:p>
            <a:r>
              <a:rPr lang="en-US"/>
              <a:t>    setExpense(expense + amount);</a:t>
            </a:r>
            <a:endParaRPr lang="en-US"/>
          </a:p>
          <a:p>
            <a:r>
              <a:rPr lang="en-US"/>
              <a:t>  }</a:t>
            </a:r>
            <a:endParaRPr lang="en-US"/>
          </a:p>
          <a:p>
            <a:r>
              <a:rPr lang="en-US"/>
              <a:t>  setTransactions([...transactions, { type: transactionType, amount, description }]);</a:t>
            </a:r>
            <a:endParaRPr lang="en-US"/>
          </a:p>
          <a:p>
            <a:r>
              <a:rPr lang="en-US"/>
              <a:t>  setAmount(0);</a:t>
            </a:r>
            <a:endParaRPr lang="en-US"/>
          </a:p>
          <a:p>
            <a:r>
              <a:rPr lang="en-US"/>
              <a:t>  setDescription(‘’);</a:t>
            </a:r>
            <a:endParaRPr lang="en-US"/>
          </a:p>
          <a:p>
            <a:r>
              <a:rPr lang="en-US"/>
              <a:t>};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The Benefits of the Application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Simple and intuitive interface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Helps users track their finances effectively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Can be used by individuals with varying levels of financial expertise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Future Development Plan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Add more features, such as categorization and budgeting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Improve user interface and user experience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Consider integrating with external data sources, such as bank accounts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Summary of Key Points: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Developed a simple React application for personal finance tracking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Implemented features to add transactions, calculate balance, and display current balance, income, expense, and list of transactions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Utilized React state variables to store and update data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Designed a user-friendly interface for easy navigation and data entry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Demonstrated the potential for future development and expansion of the application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2130</Words>
  <Application>WPS Presentation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Communications and Dialogues</vt:lpstr>
      <vt:lpstr>Personal Finance Tracker</vt:lpstr>
      <vt:lpstr>Need for Personal Finance Tracking</vt:lpstr>
      <vt:lpstr> Introducing the Personal Finance Tracker</vt:lpstr>
      <vt:lpstr>Code Structure and Functionality</vt:lpstr>
      <vt:lpstr>Key Features of the Application</vt:lpstr>
      <vt:lpstr>Code Snippet: handleSubmit Function</vt:lpstr>
      <vt:lpstr>The Benefits of the Application</vt:lpstr>
      <vt:lpstr>Future Development Plan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Tracker</dc:title>
  <dc:creator>USER</dc:creator>
  <cp:lastModifiedBy>USER</cp:lastModifiedBy>
  <cp:revision>11</cp:revision>
  <dcterms:created xsi:type="dcterms:W3CDTF">2025-05-26T16:41:00Z</dcterms:created>
  <dcterms:modified xsi:type="dcterms:W3CDTF">2025-06-16T16:04:30Z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EAEC699B46D6463794D03012557DB45E_11</vt:lpwstr>
  </property>
  <property fmtid="{D5CDD505-2E9C-101B-9397-08002B2CF9AE}" pid="3" name="KSOProductBuildVer">
    <vt:lpwstr>1033-12.2.0.13472</vt:lpwstr>
  </property>
</Properties>
</file>